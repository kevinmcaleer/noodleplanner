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66092"/>
                </a:solidFill>
              </a:defRPr>
            </a:pPr>
            <a:r>
              <a:t>Plan 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286000"/>
            <a:ext cx="7315200" cy="137160"/>
          </a:xfrm>
          <a:prstGeom prst="rect">
            <a:avLst/>
          </a:prstGeom>
          <a:solidFill>
            <a:srgbClr val="366092"/>
          </a:solidFill>
          <a:ln>
            <a:solidFill>
              <a:srgbClr val="36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/>
            </a:pPr>
            <a:r>
              <a:t>Start</a:t>
            </a:r>
          </a:p>
          <a:p>
            <a:r>
              <a:t>06 Nov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1828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/>
            </a:pPr>
            <a:r>
              <a:t>Finish</a:t>
            </a:r>
          </a:p>
          <a:p>
            <a:r>
              <a:t>04 Dec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651760"/>
            <a:ext cx="7315200" cy="457200"/>
          </a:xfrm>
          <a:prstGeom prst="rect">
            <a:avLst/>
          </a:prstGeom>
          <a:solidFill>
            <a:srgbClr val="B4C6E7"/>
          </a:solidFill>
          <a:ln>
            <a:solidFill>
              <a:srgbClr val="36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900" b="1"/>
            </a:pPr>
            <a:r>
              <a:t>Project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651760"/>
            <a:ext cx="783771" cy="457200"/>
          </a:xfrm>
          <a:prstGeom prst="rect">
            <a:avLst/>
          </a:prstGeom>
          <a:solidFill>
            <a:srgbClr val="B4C6E7"/>
          </a:solidFill>
          <a:ln>
            <a:solidFill>
              <a:srgbClr val="36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900" b="1"/>
            </a:pPr>
            <a:r>
              <a:t>Requirements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1698171" y="2651760"/>
            <a:ext cx="522514" cy="457200"/>
          </a:xfrm>
          <a:prstGeom prst="rect">
            <a:avLst/>
          </a:prstGeom>
          <a:solidFill>
            <a:srgbClr val="B4C6E7"/>
          </a:solidFill>
          <a:ln>
            <a:solidFill>
              <a:srgbClr val="36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900" b="1"/>
            </a:pPr>
            <a:r>
              <a:t>Design</a:t>
            </a:r>
          </a:p>
        </p:txBody>
      </p:sp>
      <p:sp>
        <p:nvSpPr>
          <p:cNvPr id="9" name="Rectangle 8"/>
          <p:cNvSpPr/>
          <p:nvPr/>
        </p:nvSpPr>
        <p:spPr>
          <a:xfrm>
            <a:off x="2220685" y="2651760"/>
            <a:ext cx="1306285" cy="457200"/>
          </a:xfrm>
          <a:prstGeom prst="rect">
            <a:avLst/>
          </a:prstGeom>
          <a:solidFill>
            <a:srgbClr val="B4C6E7"/>
          </a:solidFill>
          <a:ln>
            <a:solidFill>
              <a:srgbClr val="36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900" b="1"/>
            </a:pPr>
            <a:r>
              <a:t>Build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6971" y="2651760"/>
            <a:ext cx="2351314" cy="457200"/>
          </a:xfrm>
          <a:prstGeom prst="rect">
            <a:avLst/>
          </a:prstGeom>
          <a:solidFill>
            <a:srgbClr val="B4C6E7"/>
          </a:solidFill>
          <a:ln>
            <a:solidFill>
              <a:srgbClr val="36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900" b="1"/>
            </a:pPr>
            <a:r>
              <a:t>Test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78285" y="2651760"/>
            <a:ext cx="522514" cy="457200"/>
          </a:xfrm>
          <a:prstGeom prst="rect">
            <a:avLst/>
          </a:prstGeom>
          <a:solidFill>
            <a:srgbClr val="B4C6E7"/>
          </a:solidFill>
          <a:ln>
            <a:solidFill>
              <a:srgbClr val="36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900" b="1"/>
            </a:pPr>
            <a:r>
              <a:t>Deploy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651760"/>
            <a:ext cx="1828800" cy="457200"/>
          </a:xfrm>
          <a:prstGeom prst="rect">
            <a:avLst/>
          </a:prstGeom>
          <a:solidFill>
            <a:srgbClr val="B4C6E7"/>
          </a:solidFill>
          <a:ln>
            <a:solidFill>
              <a:srgbClr val="36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900" b="1"/>
            </a:pPr>
            <a:r>
              <a:t>Support</a:t>
            </a:r>
          </a:p>
        </p:txBody>
      </p:sp>
      <p:sp>
        <p:nvSpPr>
          <p:cNvPr id="13" name="Diamond 12"/>
          <p:cNvSpPr/>
          <p:nvPr/>
        </p:nvSpPr>
        <p:spPr>
          <a:xfrm>
            <a:off x="5741125" y="2217420"/>
            <a:ext cx="274320" cy="274320"/>
          </a:xfrm>
          <a:prstGeom prst="diamond">
            <a:avLst/>
          </a:prstGeom>
          <a:solidFill>
            <a:srgbClr val="C00000"/>
          </a:solidFill>
          <a:ln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92485" y="11887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Testing Complete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21085" y="26060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25 Nov</a:t>
            </a:r>
          </a:p>
        </p:txBody>
      </p:sp>
      <p:sp>
        <p:nvSpPr>
          <p:cNvPr id="16" name="Diamond 15"/>
          <p:cNvSpPr/>
          <p:nvPr/>
        </p:nvSpPr>
        <p:spPr>
          <a:xfrm>
            <a:off x="6263640" y="2217420"/>
            <a:ext cx="274320" cy="274320"/>
          </a:xfrm>
          <a:prstGeom prst="diamond">
            <a:avLst/>
          </a:prstGeom>
          <a:solidFill>
            <a:srgbClr val="C00000"/>
          </a:solidFill>
          <a:ln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15000" y="11887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Deploy Complete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6060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27 Nov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5486400"/>
            <a:ext cx="274320" cy="182880"/>
          </a:xfrm>
          <a:prstGeom prst="rect">
            <a:avLst/>
          </a:prstGeom>
          <a:solidFill>
            <a:srgbClr val="B4C6E7"/>
          </a:solidFill>
          <a:ln>
            <a:solidFill>
              <a:srgbClr val="366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0160" y="54864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Phase</a:t>
            </a:r>
          </a:p>
        </p:txBody>
      </p:sp>
      <p:sp>
        <p:nvSpPr>
          <p:cNvPr id="21" name="Diamond 20"/>
          <p:cNvSpPr/>
          <p:nvPr/>
        </p:nvSpPr>
        <p:spPr>
          <a:xfrm>
            <a:off x="2743200" y="5440680"/>
            <a:ext cx="274320" cy="274320"/>
          </a:xfrm>
          <a:prstGeom prst="diamond">
            <a:avLst/>
          </a:prstGeom>
          <a:solidFill>
            <a:srgbClr val="C00000"/>
          </a:solidFill>
          <a:ln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08960" y="54864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Milestone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